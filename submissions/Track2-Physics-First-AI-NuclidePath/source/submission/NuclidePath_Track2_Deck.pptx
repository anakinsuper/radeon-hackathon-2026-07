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core promise: AI coordinates the workflow, but deterministic code owns every physical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failure mode, then the boundary and auditable result. Avoid claiming operational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left-to-right. Emphasize localhost, permission gate, local RAG, deterministic transport and checksummed outputs.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official requirement is at least two of five; NuclidePath implements all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the formulas and say validation means software/formula verification, not regulatory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Quote measured numbers only. The current AMD v0.3 run is verified; the equality check compares physical runs, not timestamped memory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live UI in the video. This slide is a fallback visual and repository preview.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reported intervals are input-range propagation, not total predictive uncertainty.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current evidence: local, tested, reproducible and honest about scope. The 137.09× result is the measured device-resident FP64 primary-GCS to receptor pipeline versus the scalar reference, not environmental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754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6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AI DEVMASTER 2026 · TRACK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NuclidePath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58368" y="1856232"/>
            <a:ext cx="4251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Private agents.</a:t>
            </a:r>
            <a:endParaRPr lang="en-US" sz="2900" dirty="0"/>
          </a:p>
          <a:p>
            <a:pPr algn="l" indent="0" marL="0">
              <a:buNone/>
            </a:pPr>
            <a:r>
              <a:rPr lang="en-US" sz="29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Deterministic physics.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658368" y="3246120"/>
            <a:ext cx="42519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local AI workflow for traceable Cs-137 groundwater screening — with cited evidence, uncertainty and zero LLM-generated physics.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8368" y="4434840"/>
            <a:ext cx="1353312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453128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LOCAL ONLY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48840" y="4434840"/>
            <a:ext cx="1298448" cy="292608"/>
          </a:xfrm>
          <a:prstGeom prst="roundRect">
            <a:avLst>
              <a:gd name="adj" fmla="val 25000"/>
            </a:avLst>
          </a:prstGeom>
          <a:solidFill>
            <a:srgbClr val="FF6B00">
              <a:alpha val="22000"/>
            </a:srgbClr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21992" y="4453128"/>
            <a:ext cx="115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ROCm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8368" y="59893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627278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Stefano Rigante · Nuclear engineer</a:t>
            </a:r>
            <a:endParaRPr lang="en-US" sz="1000" dirty="0"/>
          </a:p>
        </p:txBody>
      </p:sp>
      <p:pic>
        <p:nvPicPr>
          <p:cNvPr id="13" name="Image 0" descr="NuclidePath verified local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0912" y="566928"/>
            <a:ext cx="6720840" cy="4206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010912" y="4800600"/>
            <a:ext cx="6720840" cy="1161288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76088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5276088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capabilities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52360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231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7452360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core snapshot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9555480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356/15</a:t>
            </a:r>
            <a:endParaRPr lang="en-US" sz="3600" dirty="0"/>
          </a:p>
        </p:txBody>
      </p:sp>
      <p:sp>
        <p:nvSpPr>
          <p:cNvPr id="20" name="Text 17"/>
          <p:cNvSpPr/>
          <p:nvPr/>
        </p:nvSpPr>
        <p:spPr>
          <a:xfrm>
            <a:off x="9555480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latest PR gate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TRUST GAP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Technical AI fails when language becomes calculation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NuclidePath makes the responsibility boundary explicit and testable.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83080"/>
            <a:ext cx="73152" cy="3429000"/>
          </a:xfrm>
          <a:prstGeom prst="rect">
            <a:avLst/>
          </a:prstGeom>
          <a:solidFill>
            <a:srgbClr val="FA4D56"/>
          </a:solidFill>
          <a:ln w="12700">
            <a:solidFill>
              <a:srgbClr val="FA4D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381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01 · The failure mode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general-purpose LLM can invent parameters, equations, units or reassuring conclusions — all unacceptable in emergency-analysis workflows.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3484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783080"/>
            <a:ext cx="73152" cy="342900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429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02 · The boundary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5429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model returns only a six-step allow-listed plan. Strict schemas feed deterministic physics, retrieval and uncertainty tools.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7532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783080"/>
            <a:ext cx="73152" cy="342900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9477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03 · The outcome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9477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Every value is versioned, reproducible and tied to inputs, assumptions, sources, warnings and SHA-256 artifacts.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508760" y="55046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4D56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87168" y="5669280"/>
            <a:ext cx="2286000" cy="0"/>
          </a:xfrm>
          <a:prstGeom prst="line">
            <a:avLst/>
          </a:prstGeom>
          <a:noFill/>
          <a:ln w="25400">
            <a:solidFill>
              <a:srgbClr val="A7ADB5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828032" y="550468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TOOLS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989320" y="5669280"/>
            <a:ext cx="2286000" cy="0"/>
          </a:xfrm>
          <a:prstGeom prst="line">
            <a:avLst/>
          </a:prstGeom>
          <a:noFill/>
          <a:ln w="25400">
            <a:solidFill>
              <a:srgbClr val="A7ADB5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8385048" y="550468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EVIDENCE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SYSTEM DESIGN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private workflow with an immutable physics boundary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AMD-local model plans. Five deterministic subsystems execute and report.</a:t>
            </a:r>
            <a:endParaRPr lang="en-US" sz="1300" dirty="0"/>
          </a:p>
        </p:txBody>
      </p:sp>
      <p:pic>
        <p:nvPicPr>
          <p:cNvPr id="5" name="Image 0" descr="NuclidePath architecture diagram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" y="1499616"/>
            <a:ext cx="10881360" cy="45537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All five private-agent capabilities are implemented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Each capability is exercised in the same end-to-end run and covered by tests.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3504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53312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Local retrieval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86384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Ranked excerpts, local paths, source URLs and transparent scores.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86384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BE95FF">
              <a:alpha val="22000"/>
            </a:srgbClr>
          </a:solidFill>
          <a:ln w="12700">
            <a:solidFill>
              <a:srgbClr val="BE95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95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425696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08576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75504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Tool invocation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08576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Environment Agent calls a strict, versioned JSON physics contract.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08576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FF6B00">
              <a:alpha val="22000"/>
            </a:srgbClr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1728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247888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30768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97696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Multi-step planning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430768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Deterministic fallback or Qwen3.5-9B returns six safe steps.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30768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78A9FF">
              <a:alpha val="22000"/>
            </a:srgbClr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0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8A9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3504" y="3666744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380390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53312" y="3785616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Multi-turn memory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86384" y="4288536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Session JSONL stays local, mode 0600, with explicit deletion.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86384" y="4946904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9536" y="4965192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425696" y="3666744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08576" y="380390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A4D56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75504" y="3785616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Permissions + privacy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4608576" y="4288536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Role allowlist, recursive redaction and denied operational actions.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08576" y="4946904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FA4D56">
              <a:alpha val="22000"/>
            </a:srgbClr>
          </a:solidFill>
          <a:ln w="12700">
            <a:solidFill>
              <a:srgbClr val="FA4D5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1728" y="4965192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A4D5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732520" y="385876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36" name="Text 34"/>
          <p:cNvSpPr/>
          <p:nvPr/>
        </p:nvSpPr>
        <p:spPr>
          <a:xfrm>
            <a:off x="8732520" y="451713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capability flags true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32520" y="48646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One workflow. One privacy boundary. No cloud dependency.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SCIENTIFIC CORE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LLM never calculates transport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Model 0.3 declares PDE, source and boundaries, then uses a verified analytical solution.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1792" y="1627632"/>
            <a:ext cx="5669280" cy="4315968"/>
          </a:xfrm>
          <a:prstGeom prst="rect">
            <a:avLst/>
          </a:prstGeom>
          <a:solidFill>
            <a:srgbClr val="0D1014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920240"/>
            <a:ext cx="501091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R ∂C/∂t = D ∂²C/∂x² − v ∂C/∂x − λRC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C(x,0)=0 · C(0,t)=C₀ · C(∞,t)=0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A = √(v² + 4λRD)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C/C₀ = ½[exp((v−A)x/2D) erfc(z₋)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      + exp((v+A)x/2D) erfc(z₊)]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5413248"/>
            <a:ext cx="1965960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33272" y="5431536"/>
            <a:ext cx="1819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REACTIVE OGATA–BANKS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39712" y="176479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231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39712" y="242316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core snapshot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89720" y="176479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189720" y="242316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LLM physics values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39712" y="2907792"/>
            <a:ext cx="4736592" cy="1143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39712" y="2907792"/>
            <a:ext cx="73152" cy="1143000"/>
          </a:xfrm>
          <a:prstGeom prst="rect">
            <a:avLst/>
          </a:prstGeom>
          <a:solidFill>
            <a:srgbClr val="78A9FF"/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59168" y="3072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Independent analytical cases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059168" y="34107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Ogata–Banks limit · source boundary · reactive steady state · finite rejection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39712" y="4279392"/>
            <a:ext cx="4736592" cy="1143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39712" y="4279392"/>
            <a:ext cx="73152" cy="1143000"/>
          </a:xfrm>
          <a:prstGeom prst="rect">
            <a:avLst/>
          </a:prstGeom>
          <a:solidFill>
            <a:srgbClr val="F1C21B"/>
          </a:solidFill>
          <a:ln w="12700">
            <a:solidFill>
              <a:srgbClr val="F1C21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59168" y="44439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Explicit limitation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59168" y="47823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Constant-source 1-D screening — not a dose code, regulatory model or calibrated site prediction.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DEPLOYMENT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Qwen3.5-9B Q8 runs locally on Radeon + ROCm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measured local model fits in VRAM and produced the verified allow-listed plan.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2,877.30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5836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prompt tokens/s · 512 tokens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7588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67.66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7588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generation tokens/s · 128 tokens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93408" y="166420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19.9692 s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693408" y="23225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v0.3 LLM pipeline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528048" y="166420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8.86 GiB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528048" y="232257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Q8 model size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31272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GPU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57400" y="31272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Radeon Graphics · gfx1100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356616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Stack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57400" y="356616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ROCm 7.2.1 · llama.cpp HIP Release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40050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Offload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57400" y="400507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-ngl 99 · all model layers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4439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Context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057400" y="4443984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8192 tokens · reasoning off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488289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Network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57400" y="4882896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127.0.0.1:8000 only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7240" y="532180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Integrity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057400" y="53218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SHA-256 verified model file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720840" y="3063240"/>
            <a:ext cx="4754880" cy="25420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9168" y="3474720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OFFLINE  ≡  LLM-PLANNED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333488" y="4224528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Identical physical runs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for the same scenario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8339328" y="5029200"/>
            <a:ext cx="1527048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2480" y="5047488"/>
            <a:ext cx="1380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 IDENTICAL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PRODUCT EXPERIENCE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technical dashboard, not an AI chat box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Inputs, workflow, evidence, uncertainty and artifacts remain visible in one place.</a:t>
            </a:r>
            <a:endParaRPr lang="en-US" sz="1300" dirty="0"/>
          </a:p>
        </p:txBody>
      </p:sp>
      <p:pic>
        <p:nvPicPr>
          <p:cNvPr id="5" name="Image 0" descr="NuclidePath dashboard over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54480"/>
            <a:ext cx="7635240" cy="4709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13648" y="1572768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613648" y="1572768"/>
            <a:ext cx="73152" cy="123444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833104" y="1737360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Editable physics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833104" y="2075688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Kd, K+, velocity, porosity, distance and C₀.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13648" y="2999232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13648" y="2999232"/>
            <a:ext cx="73152" cy="123444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33104" y="3163824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Visible agency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33104" y="3502152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Six completed steps and 5/5 capability badges.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613648" y="4425696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613648" y="4425696"/>
            <a:ext cx="73152" cy="1234440"/>
          </a:xfrm>
          <a:prstGeom prst="rect">
            <a:avLst/>
          </a:prstGeom>
          <a:solidFill>
            <a:srgbClr val="78A9FF"/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33104" y="4590288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Auditable output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833104" y="4928616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Ten downloadable artifacts plus a checksum manifest.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TRUST LAYER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Uncertainty is declared, classified and reproducible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project distinguishes literature evidence from demonstration inputs.</a:t>
            </a:r>
            <a:endParaRPr lang="en-US" sz="1300" dirty="0"/>
          </a:p>
        </p:txBody>
      </p:sp>
      <p:pic>
        <p:nvPicPr>
          <p:cNvPr id="5" name="Image 0" descr="NuclidePath uncertainty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36192"/>
            <a:ext cx="6995160" cy="43799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955280" y="1572768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55280" y="1572768"/>
            <a:ext cx="73152" cy="1234440"/>
          </a:xfrm>
          <a:prstGeom prst="rect">
            <a:avLst/>
          </a:prstGeom>
          <a:solidFill>
            <a:srgbClr val="BE95FF"/>
          </a:solidFill>
          <a:ln w="12700">
            <a:solidFill>
              <a:srgbClr val="BE95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74736" y="1737360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Literature-informed range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174736" y="2075688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Cs Kd: 0.05–5.0 m³/kg · IAEA TECDOC-2095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955280" y="2999232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55280" y="2999232"/>
            <a:ext cx="73152" cy="1234440"/>
          </a:xfrm>
          <a:prstGeom prst="rect">
            <a:avLst/>
          </a:prstGeom>
          <a:solidFill>
            <a:srgbClr val="F1C21B"/>
          </a:solidFill>
          <a:ln w="12700">
            <a:solidFill>
              <a:srgbClr val="F1C21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74736" y="3163824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Demonstration ranges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174736" y="3502152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Hydraulics, dispersion, K+ and empirical competition are never presented as site truth.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955280" y="4425696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55280" y="4425696"/>
            <a:ext cx="73152" cy="123444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74736" y="4590288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Reproducible propagation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174736" y="4928616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Seeded Monte Carlo · P05/P50/P95 · JSON/CSV/SVG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WHY NUCLIDEPATH WINS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09728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Private AI without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scientific surrender.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49808" y="297180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LOCAL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103120" y="2971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Qwen3.5-9B + RAG + memory on AMD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49808" y="36301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VERIFIABLE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03120" y="363016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231 AMD core tests + FP64 parity + SHA-256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4288536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USEFUL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03120" y="428853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One-click workflow from case to report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494690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1C21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HONEST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103120" y="49469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PHREEQC bridge explicit; no unqualified science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903720" y="658368"/>
            <a:ext cx="4645152" cy="546811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10058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proof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269480" y="162763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7269480" y="22860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capabilities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390888" y="162763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231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390888" y="228600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core tests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69480" y="278892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137.09×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7269480" y="3447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FP64 platform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90888" y="278892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9390888" y="344728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cloud calls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269480" y="41879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· Physics-First AI · NuclidePath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269480" y="47091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Official AMD Track 2 PR package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269480" y="5303520"/>
            <a:ext cx="1874520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42632" y="5321808"/>
            <a:ext cx="1728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TECHNICAL BUILD VERIFIED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8368" y="60807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THANK YOU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iberation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iberatio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Physics-First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NuclidePath — Private Physics-First Agent</dc:title>
  <dc:subject>AMD AI DevMaster Hackathon 2026 · Track 2</dc:subject>
  <dc:creator>Stefano Rigante · Physics-First AI</dc:creator>
  <cp:lastModifiedBy>Stefano Rigante · Physics-First AI</cp:lastModifiedBy>
  <cp:revision>1</cp:revision>
  <dcterms:created xsi:type="dcterms:W3CDTF">2026-08-04T00:51:57Z</dcterms:created>
  <dcterms:modified xsi:type="dcterms:W3CDTF">2026-08-04T00:51:57Z</dcterms:modified>
</cp:coreProperties>
</file>