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promise: AI coordinates the workflow, but deterministic code owns every physical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failure mode, then the boundary and auditable result. Avoid claiming operational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left-to-right. Emphasize localhost, permission gate, local RAG, deterministic transport and checksummed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official requirement is at least two of five; NuclidePath implements all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formulas and say validation means software/formula verification, not regulatory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recent work as deterministic, tested and honestly scoped: the PHREEQC bridge is process-qualified, not calibrated chemistry. The canonical screening path is unchanged and authoritative.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measured numbers only. The dated AMD v0.3 core-platform snapshot is verified; the equality check compares physical runs, not timestamped memory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UI in the video. This slide is a fallback visual and repository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reported intervals are input-range propagation, not total predictive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current evidence: local, tested, reproducible and honest about scope. The 137.09× result is the measured device-resident FP64 primary-GCS to receptor pipeline versus the scalar reference, not environmental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AI DEVMASTER 2026 · TRACK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NuclidePath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1856232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Private agents.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Deterministic physics.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3246120"/>
            <a:ext cx="4251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local AI workflow for traceable Cs-137 groundwater screening — with cited evidence, uncertainty and zero LLM-generated physics.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4434840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5312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LOCAL ONLY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443484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6B00">
              <a:alpha val="2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4453128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ROCm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5989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6272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Stefano Rigante · Nuclear engineer</a:t>
            </a:r>
            <a:endParaRPr lang="en-US" sz="1000" dirty="0"/>
          </a:p>
        </p:txBody>
      </p:sp>
      <p:pic>
        <p:nvPicPr>
          <p:cNvPr id="13" name="Image 0" descr="NuclidePath verified local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2" y="566928"/>
            <a:ext cx="6720840" cy="42062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010912" y="4800600"/>
            <a:ext cx="6720840" cy="1161288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76088" y="499262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5/5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5276088" y="5650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 capabilities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52360" y="499262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231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7452360" y="5650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core snapshot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55480" y="499262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373/15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9555480" y="5650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latest PR gate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TRUST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Technical AI fails when language becomes calculation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NuclidePath makes the responsibility boundary explicit and testable.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310128" cy="3429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73152" cy="3429000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9476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 · The failure mode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2286000"/>
            <a:ext cx="29626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general-purpose LLM can invent parameters, equations, units or reassuring conclusions — all unacceptable in emergency-analysis workflows.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310128" cy="3429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783080"/>
            <a:ext cx="73152" cy="34290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19476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 · The boundary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4296" y="2286000"/>
            <a:ext cx="29626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model returns only a six-step allow-listed plan. Strict schemas feed deterministic physics, retrieval and uncertainty tools.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783080"/>
            <a:ext cx="3310128" cy="3429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783080"/>
            <a:ext cx="73152" cy="3429000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19476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 · The outcome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94776" y="2286000"/>
            <a:ext cx="29626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Every value is versioned, reproducible and tied to inputs, assumptions, sources, warnings and SHA-256 artifacts.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4D5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PLAN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87168" y="5669280"/>
            <a:ext cx="2286000" cy="0"/>
          </a:xfrm>
          <a:prstGeom prst="line">
            <a:avLst/>
          </a:prstGeom>
          <a:noFill/>
          <a:ln w="25400">
            <a:solidFill>
              <a:srgbClr val="A7ADB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828032" y="55046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TOOLS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89320" y="5669280"/>
            <a:ext cx="2286000" cy="0"/>
          </a:xfrm>
          <a:prstGeom prst="line">
            <a:avLst/>
          </a:prstGeom>
          <a:noFill/>
          <a:ln w="25400">
            <a:solidFill>
              <a:srgbClr val="A7ADB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385048" y="5504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EVIDENCE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private workflow with an immutable physics boundary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AMD-local model plans. Five deterministic subsystems execute and report.</a:t>
            </a:r>
            <a:endParaRPr lang="en-US" sz="1300" dirty="0"/>
          </a:p>
        </p:txBody>
      </p:sp>
      <p:pic>
        <p:nvPicPr>
          <p:cNvPr id="5" name="Image 0" descr="NuclidePath architecture 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499616"/>
            <a:ext cx="10881360" cy="4553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All five private-agent capabilities are implemented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Each capability is exercised in the same end-to-end run and covered by tests.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1691640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28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E95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53312" y="1810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Local retrieval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313432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Ranked excerpts, local paths, source URLs and transparent scores.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" y="297180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BE95FF">
              <a:alpha val="22000"/>
            </a:srgbClr>
          </a:solidFill>
          <a:ln w="12700">
            <a:solidFill>
              <a:srgbClr val="BE9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9900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95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25696" y="1691640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828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75504" y="1810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Tool invocation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8576" y="2313432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Environment Agent calls a strict, versioned JSON physics contract.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08576" y="297180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FF6B00">
              <a:alpha val="2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9900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47888" y="1691640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828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97696" y="1810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Multi-step planning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30768" y="2313432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Deterministic fallback or Qwen3.5-9B returns six safe steps.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30768" y="297180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78A9FF">
              <a:alpha val="22000"/>
            </a:srgbClr>
          </a:solidFill>
          <a:ln w="12700">
            <a:solidFill>
              <a:srgbClr val="78A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9900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A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" y="3666744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380390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53312" y="37856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Multi-turn memory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86384" y="4288536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Session JSONL stays local, mode 0600, with explicit deletion.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6384" y="4946904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96519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25696" y="3666744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8576" y="380390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A4D5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75504" y="37856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Permissions + privacy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608576" y="4288536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Role allowlist, recursive redaction and denied operational actions.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08576" y="4946904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FA4D56">
              <a:alpha val="22000"/>
            </a:srgbClr>
          </a:solidFill>
          <a:ln w="12700">
            <a:solidFill>
              <a:srgbClr val="FA4D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496519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4D5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32520" y="38587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5/5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8732520" y="45171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capability flags true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32520" y="48646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workflow. One privacy boundary. No cloud dependency.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SCIENTIFIC 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LLM never calculates transport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 0.3 declares PDE, source and boundaries, then uses a verified analytical solution.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1627632"/>
            <a:ext cx="5669280" cy="4315968"/>
          </a:xfrm>
          <a:prstGeom prst="rect">
            <a:avLst/>
          </a:prstGeom>
          <a:solidFill>
            <a:srgbClr val="0D1014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50109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 ∂C/∂t = D ∂²C/∂x² − v ∂C/∂x − λRC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C(x,0)=0 · C(0,t)=C₀ · C(∞,t)=0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 = √(v² + 4λRD)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C/C₀ = ½[exp((v−A)x/2D) erfc(z₋)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+ exp((v+A)x/2D) erfc(z₊)]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5413248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543153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REACTIVE OGATA–BANKS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39712" y="1764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231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39712" y="2423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core snapshot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1764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89720" y="2423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LLM physics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39712" y="2907792"/>
            <a:ext cx="4736592" cy="1143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39712" y="2907792"/>
            <a:ext cx="73152" cy="1143000"/>
          </a:xfrm>
          <a:prstGeom prst="rect">
            <a:avLst/>
          </a:prstGeom>
          <a:solidFill>
            <a:srgbClr val="78A9FF"/>
          </a:solidFill>
          <a:ln w="12700">
            <a:solidFill>
              <a:srgbClr val="78A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3072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Independent analytical cases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59168" y="34107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Ogata–Banks limit · source boundary · reactive steady state · finite rejection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39712" y="4279392"/>
            <a:ext cx="4736592" cy="1143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39712" y="4279392"/>
            <a:ext cx="73152" cy="1143000"/>
          </a:xfrm>
          <a:prstGeom prst="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44439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Explicit limitation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59168" y="47823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Constant-source 1-D screening — not a dose code, regulatory model or calibrated site prediction.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RECENT EXTENSIONS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Traceable post-merge science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latest work adds deterministic, auditable layers around the canonical screening path.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388/2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post-merge tests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75888" y="1664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75888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ions · K/Na/Ca/Mg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93408" y="16642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93408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fixtures · brine/recharge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28048" y="16642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E95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528048" y="23225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unqualified claims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017520"/>
            <a:ext cx="10972800" cy="26060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PHREEQC bridge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246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Opt-in scenario compiler: declared water chemistry, CEC and Cs + K/Na/Ca/Mg into SOLUTION/EXCHANGE/TRANSPORT input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3813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Arithmetic oracle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3813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Independent machine-readable checks for units, grid mapping, non-negativity and exchange-site occupancy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4379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Calibration gate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437997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Dependency-free traceable Cs calibration/hold-out contract with fail-closed promotion; no data bundled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4946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Benchmark registry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494690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Separate EPA/Fuller/Dubus external Cs registry with source digests and calibration_eligible: false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" y="589788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F1C21B">
              <a:alpha val="22000"/>
            </a:srgbClr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91616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C2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PROCESS-QUALIFIED ONLY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Canonical transport-prototype-0.3 remains authoritative; the bridge is opt-in and does not replace it.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DEPLOYMENT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Qwen3.5-9B Q8 runs locally on Radeon + ROCm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measured local model fits in VRAM and produced the verified allow-listed plan.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2,877.30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prompt tokens/s · 512 tokens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75888" y="1664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67.66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75888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generation tokens/s · 128 tokens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93408" y="16642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19.9692 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93408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v0.3 LLM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28048" y="16642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E95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8.86 GiB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528048" y="23225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Q8 model size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1272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GPU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31272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Radeon Graphics · gfx1100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5661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ROCm 7.2.1 · llama.cpp HIP Release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0050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Offload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0050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-ngl 99 · all model layers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4439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444398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8192 tokens · reasoning off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8828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Network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488289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127.0.0.1:8000 only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3218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5321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SHA-256 verified model file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3063240"/>
            <a:ext cx="4754880" cy="25420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3474720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OFFLINE  ≡  LLM-PLANNED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33488" y="422452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Identical physical runs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 the same scenario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339328" y="5029200"/>
            <a:ext cx="1527048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5047488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 IDENTICAL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PRODUCT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technical dashboard, not an AI chat box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Inputs, workflow, evidence, uncertainty and artifacts remain visible in one place.</a:t>
            </a:r>
            <a:endParaRPr lang="en-US" sz="1300" dirty="0"/>
          </a:p>
        </p:txBody>
      </p:sp>
      <p:pic>
        <p:nvPicPr>
          <p:cNvPr id="5" name="Image 0" descr="NuclidePath dashboard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54480"/>
            <a:ext cx="763524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13648" y="1572768"/>
            <a:ext cx="2944368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13648" y="1572768"/>
            <a:ext cx="73152" cy="12344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33104" y="17373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Editable physics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833104" y="2075688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Kd, K+, velocity, porosity, distance and C₀.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13648" y="2999232"/>
            <a:ext cx="2944368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13648" y="2999232"/>
            <a:ext cx="73152" cy="1234440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33104" y="3163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Visible agency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33104" y="3502152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Six completed steps and 5/5 capability badges.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13648" y="4425696"/>
            <a:ext cx="2944368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13648" y="4425696"/>
            <a:ext cx="73152" cy="1234440"/>
          </a:xfrm>
          <a:prstGeom prst="rect">
            <a:avLst/>
          </a:prstGeom>
          <a:solidFill>
            <a:srgbClr val="78A9FF"/>
          </a:solidFill>
          <a:ln w="12700">
            <a:solidFill>
              <a:srgbClr val="78A9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5902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Auditable output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833104" y="4928616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Ten downloadable artifacts plus a checksum manifest.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TRUST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Uncertainty is declared, classified and reproducible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project distinguishes literature evidence from demonstration inputs.</a:t>
            </a:r>
            <a:endParaRPr lang="en-US" sz="1300" dirty="0"/>
          </a:p>
        </p:txBody>
      </p:sp>
      <p:pic>
        <p:nvPicPr>
          <p:cNvPr id="5" name="Image 0" descr="NuclidePath uncertainty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995160" cy="43799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572768"/>
            <a:ext cx="3611880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0" y="1572768"/>
            <a:ext cx="73152" cy="1234440"/>
          </a:xfrm>
          <a:prstGeom prst="rect">
            <a:avLst/>
          </a:prstGeom>
          <a:solidFill>
            <a:srgbClr val="BE95FF"/>
          </a:solidFill>
          <a:ln w="12700">
            <a:solidFill>
              <a:srgbClr val="BE95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74736" y="173736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Literature-informed range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4736" y="2075688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Cs Kd: 0.05–5.0 m³/kg · IAEA TECDOC-2095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55280" y="2999232"/>
            <a:ext cx="3611880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0" y="2999232"/>
            <a:ext cx="73152" cy="1234440"/>
          </a:xfrm>
          <a:prstGeom prst="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74736" y="316382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Demonstration ranges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74736" y="3502152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Hydraulics, dispersion, K+ and empirical competition are never presented as site truth.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55280" y="4425696"/>
            <a:ext cx="3611880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0" y="4425696"/>
            <a:ext cx="73152" cy="1234440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74736" y="459028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Reproducible propagation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74736" y="4928616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Seeded Monte Carlo · P05/P50/P95 · JSON/CSV/SVG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NUCLIDEPATH WINS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5623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Private AI without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scientific surrender.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29718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LOCAL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120" y="2971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Qwen3.5-9B + RAG + memory on AMD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36301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VERIFIABLE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36301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388 AMD post-merge tests + FP64 parity + SHA-256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42885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USEFUL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42885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One-click workflow from case to report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49469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C2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HONEST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49469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PHREEQC bridge explicit; no unqualified science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03720" y="658368"/>
            <a:ext cx="4645152" cy="546811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10058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69480" y="16276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5/5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269480" y="2286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 capabilities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90888" y="162763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388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390888" y="22860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tests (post-merge)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27889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137.09×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269480" y="3447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FP64 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90888" y="27889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E95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390888" y="34472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 calls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4187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 · Physics-First AI · NuclidePath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4709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Official AMD Track 2 PR package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69480" y="5303520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42632" y="5321808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TECHNICAL BUILD VERIFIED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" y="6080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Physics-First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NuclidePath — Private Physics-First Agent</dc:title>
  <dc:subject>AMD AI DevMaster Hackathon 2026 · Track 2</dc:subject>
  <dc:creator>Stefano Rigante · Physics-First AI</dc:creator>
  <cp:lastModifiedBy>Stefano Rigante · Physics-First AI</cp:lastModifiedBy>
  <cp:revision>1</cp:revision>
  <dcterms:created xsi:type="dcterms:W3CDTF">2026-08-06T01:18:08Z</dcterms:created>
  <dcterms:modified xsi:type="dcterms:W3CDTF">2026-08-06T01:18:08Z</dcterms:modified>
</cp:coreProperties>
</file>